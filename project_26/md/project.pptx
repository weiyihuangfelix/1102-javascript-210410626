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7556500" cy="10693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38351" y="10379075"/>
            <a:ext cx="29210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#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youtube.com/watch?v=yZwlW5INhgk&amp;t=759s" TargetMode="External"/><Relationship Id="rId3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121" y="165100"/>
            <a:ext cx="5175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project.md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0229" y="165100"/>
            <a:ext cx="4895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6/19/2022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725" y="648799"/>
            <a:ext cx="1174750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185">
                <a:latin typeface="Yu Gothic"/>
                <a:cs typeface="Yu Gothic"/>
              </a:rPr>
              <a:t>S</a:t>
            </a:r>
            <a:r>
              <a:rPr dirty="0" sz="1450" spc="-195">
                <a:latin typeface="Trebuchet MS"/>
                <a:cs typeface="Trebuchet MS"/>
              </a:rPr>
              <a:t>1</a:t>
            </a:r>
            <a:r>
              <a:rPr dirty="0" sz="1450" spc="-2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45">
                <a:latin typeface="Trebuchet MS"/>
                <a:cs typeface="Trebuchet MS"/>
              </a:rPr>
              <a:t>-</a:t>
            </a:r>
            <a:r>
              <a:rPr dirty="0" sz="1450" spc="-200">
                <a:latin typeface="Trebuchet MS"/>
                <a:cs typeface="Trebuchet MS"/>
              </a:rPr>
              <a:t> </a:t>
            </a:r>
            <a:r>
              <a:rPr dirty="0" sz="1450" spc="-185">
                <a:latin typeface="Trebuchet MS"/>
                <a:cs typeface="Trebuchet MS"/>
              </a:rPr>
              <a:t>t</a:t>
            </a:r>
            <a:r>
              <a:rPr dirty="0" sz="1450" spc="-125">
                <a:latin typeface="Trebuchet MS"/>
                <a:cs typeface="Trebuchet MS"/>
              </a:rPr>
              <a:t>h</a:t>
            </a:r>
            <a:r>
              <a:rPr dirty="0" sz="1450" spc="-145">
                <a:latin typeface="Trebuchet MS"/>
                <a:cs typeface="Trebuchet MS"/>
              </a:rPr>
              <a:t>e</a:t>
            </a:r>
            <a:r>
              <a:rPr dirty="0" sz="1450" spc="-195">
                <a:latin typeface="Trebuchet MS"/>
                <a:cs typeface="Trebuchet MS"/>
              </a:rPr>
              <a:t>m</a:t>
            </a:r>
            <a:r>
              <a:rPr dirty="0" sz="1450" spc="-90">
                <a:latin typeface="Trebuchet MS"/>
                <a:cs typeface="Trebuchet MS"/>
              </a:rPr>
              <a:t>e</a:t>
            </a:r>
            <a:r>
              <a:rPr dirty="0" sz="1450" spc="-185">
                <a:latin typeface="Trebuchet MS"/>
                <a:cs typeface="Trebuchet MS"/>
              </a:rPr>
              <a:t> </a:t>
            </a:r>
            <a:r>
              <a:rPr dirty="0" sz="1100" spc="145">
                <a:latin typeface="SimSun"/>
                <a:cs typeface="SimSun"/>
              </a:rPr>
              <a:t>設</a:t>
            </a:r>
            <a:r>
              <a:rPr dirty="0" sz="1100" spc="130">
                <a:latin typeface="SimSun"/>
                <a:cs typeface="SimSun"/>
              </a:rPr>
              <a:t>計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099" y="1057275"/>
            <a:ext cx="6476999" cy="40481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3399" y="5341510"/>
            <a:ext cx="450913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85">
                <a:latin typeface="SimSun"/>
                <a:cs typeface="SimSun"/>
              </a:rPr>
              <a:t>呈</a:t>
            </a:r>
            <a:r>
              <a:rPr dirty="0" sz="750" spc="140">
                <a:latin typeface="SimSun"/>
                <a:cs typeface="SimSun"/>
              </a:rPr>
              <a:t>現</a:t>
            </a:r>
            <a:r>
              <a:rPr dirty="0" sz="1050" spc="-40">
                <a:latin typeface="Trebuchet MS"/>
                <a:cs typeface="Trebuchet MS"/>
              </a:rPr>
              <a:t>a</a:t>
            </a:r>
            <a:r>
              <a:rPr dirty="0" sz="1050" spc="-25">
                <a:latin typeface="Trebuchet MS"/>
                <a:cs typeface="Trebuchet MS"/>
              </a:rPr>
              <a:t>p</a:t>
            </a:r>
            <a:r>
              <a:rPr dirty="0" sz="1050" spc="-50">
                <a:latin typeface="Trebuchet MS"/>
                <a:cs typeface="Trebuchet MS"/>
              </a:rPr>
              <a:t>i</a:t>
            </a:r>
            <a:r>
              <a:rPr dirty="0" sz="1050" spc="-85">
                <a:latin typeface="Trebuchet MS"/>
                <a:cs typeface="Trebuchet MS"/>
              </a:rPr>
              <a:t> </a:t>
            </a:r>
            <a:r>
              <a:rPr dirty="0" sz="800" spc="85">
                <a:latin typeface="SimSun"/>
                <a:cs typeface="SimSun"/>
              </a:rPr>
              <a:t>右鍵檢查點進內</a:t>
            </a:r>
            <a:r>
              <a:rPr dirty="0" sz="800" spc="75">
                <a:latin typeface="Microsoft YaHei"/>
                <a:cs typeface="Microsoft YaHei"/>
              </a:rPr>
              <a:t>容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85">
                <a:latin typeface="SimSun"/>
                <a:cs typeface="SimSun"/>
              </a:rPr>
              <a:t>複</a:t>
            </a:r>
            <a:r>
              <a:rPr dirty="0" sz="800" spc="90">
                <a:latin typeface="SimSun"/>
                <a:cs typeface="SimSun"/>
              </a:rPr>
              <a:t>製</a:t>
            </a:r>
            <a:r>
              <a:rPr dirty="0" sz="1050" spc="-25">
                <a:latin typeface="Trebuchet MS"/>
                <a:cs typeface="Trebuchet MS"/>
              </a:rPr>
              <a:t>h</a:t>
            </a:r>
            <a:r>
              <a:rPr dirty="0" sz="1050" spc="-60">
                <a:latin typeface="Trebuchet MS"/>
                <a:cs typeface="Trebuchet MS"/>
              </a:rPr>
              <a:t>t</a:t>
            </a:r>
            <a:r>
              <a:rPr dirty="0" sz="1050" spc="-60">
                <a:latin typeface="Trebuchet MS"/>
                <a:cs typeface="Trebuchet MS"/>
              </a:rPr>
              <a:t>m</a:t>
            </a:r>
            <a:r>
              <a:rPr dirty="0" sz="1050" spc="-55">
                <a:latin typeface="Trebuchet MS"/>
                <a:cs typeface="Trebuchet MS"/>
              </a:rPr>
              <a:t>l</a:t>
            </a:r>
            <a:r>
              <a:rPr dirty="0" sz="800" spc="85">
                <a:latin typeface="SimSun"/>
                <a:cs typeface="SimSun"/>
              </a:rPr>
              <a:t>裡</a:t>
            </a:r>
            <a:r>
              <a:rPr dirty="0" sz="800" spc="85">
                <a:latin typeface="Microsoft YaHei"/>
                <a:cs typeface="Microsoft YaHei"/>
              </a:rPr>
              <a:t>⾯</a:t>
            </a:r>
            <a:r>
              <a:rPr dirty="0" sz="800" spc="90">
                <a:latin typeface="Microsoft YaHei"/>
                <a:cs typeface="Microsoft YaHei"/>
              </a:rPr>
              <a:t>的</a:t>
            </a:r>
            <a:r>
              <a:rPr dirty="0" sz="1050" spc="-20">
                <a:latin typeface="Trebuchet MS"/>
                <a:cs typeface="Trebuchet MS"/>
              </a:rPr>
              <a:t>b</a:t>
            </a:r>
            <a:r>
              <a:rPr dirty="0" sz="1050" spc="-25">
                <a:latin typeface="Trebuchet MS"/>
                <a:cs typeface="Trebuchet MS"/>
              </a:rPr>
              <a:t>o</a:t>
            </a:r>
            <a:r>
              <a:rPr dirty="0" sz="1050" spc="-20">
                <a:latin typeface="Trebuchet MS"/>
                <a:cs typeface="Trebuchet MS"/>
              </a:rPr>
              <a:t>d</a:t>
            </a:r>
            <a:r>
              <a:rPr dirty="0" sz="1050">
                <a:latin typeface="Trebuchet MS"/>
                <a:cs typeface="Trebuchet MS"/>
              </a:rPr>
              <a:t>y</a:t>
            </a:r>
            <a:r>
              <a:rPr dirty="0" sz="800" spc="85">
                <a:latin typeface="Microsoft YaHei"/>
                <a:cs typeface="Microsoft YaHei"/>
              </a:rPr>
              <a:t>程</a:t>
            </a:r>
            <a:r>
              <a:rPr dirty="0" sz="800" spc="85">
                <a:latin typeface="SimSun"/>
                <a:cs typeface="SimSun"/>
              </a:rPr>
              <a:t>式碼</a:t>
            </a:r>
            <a:r>
              <a:rPr dirty="0" sz="800" spc="90">
                <a:latin typeface="SimSun"/>
                <a:cs typeface="SimSun"/>
              </a:rPr>
              <a:t>和</a:t>
            </a:r>
            <a:r>
              <a:rPr dirty="0" sz="1050" spc="-10">
                <a:latin typeface="Trebuchet MS"/>
                <a:cs typeface="Trebuchet MS"/>
              </a:rPr>
              <a:t>c</a:t>
            </a:r>
            <a:r>
              <a:rPr dirty="0" sz="1050" spc="60">
                <a:latin typeface="Trebuchet MS"/>
                <a:cs typeface="Trebuchet MS"/>
              </a:rPr>
              <a:t>s</a:t>
            </a:r>
            <a:r>
              <a:rPr dirty="0" sz="1050" spc="65">
                <a:latin typeface="Trebuchet MS"/>
                <a:cs typeface="Trebuchet MS"/>
              </a:rPr>
              <a:t>s</a:t>
            </a:r>
            <a:r>
              <a:rPr dirty="0" sz="1050" spc="-85">
                <a:latin typeface="Trebuchet MS"/>
                <a:cs typeface="Trebuchet MS"/>
              </a:rPr>
              <a:t> </a:t>
            </a:r>
            <a:r>
              <a:rPr dirty="0" sz="800" spc="85">
                <a:latin typeface="SimSun"/>
                <a:cs typeface="SimSun"/>
              </a:rPr>
              <a:t>這樣在無網路狀態也能呈</a:t>
            </a:r>
            <a:r>
              <a:rPr dirty="0" sz="750" spc="125">
                <a:latin typeface="SimSun"/>
                <a:cs typeface="SimSun"/>
              </a:rPr>
              <a:t>現</a:t>
            </a:r>
            <a:endParaRPr sz="750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1725" y="5706573"/>
            <a:ext cx="1322705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185">
                <a:latin typeface="Yu Gothic"/>
                <a:cs typeface="Yu Gothic"/>
              </a:rPr>
              <a:t>S</a:t>
            </a:r>
            <a:r>
              <a:rPr dirty="0" sz="1450" spc="-20">
                <a:latin typeface="Trebuchet MS"/>
                <a:cs typeface="Trebuchet MS"/>
              </a:rPr>
              <a:t>2</a:t>
            </a:r>
            <a:r>
              <a:rPr dirty="0" sz="1450" spc="-2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45">
                <a:latin typeface="Trebuchet MS"/>
                <a:cs typeface="Trebuchet MS"/>
              </a:rPr>
              <a:t>-</a:t>
            </a:r>
            <a:r>
              <a:rPr dirty="0" sz="1450" spc="-185">
                <a:latin typeface="Trebuchet MS"/>
                <a:cs typeface="Trebuchet MS"/>
              </a:rPr>
              <a:t> </a:t>
            </a:r>
            <a:r>
              <a:rPr dirty="0" sz="1050" spc="195">
                <a:latin typeface="SimSun"/>
                <a:cs typeface="SimSun"/>
              </a:rPr>
              <a:t>開</a:t>
            </a:r>
            <a:r>
              <a:rPr dirty="0" sz="1100" spc="130">
                <a:latin typeface="SimSun"/>
                <a:cs typeface="SimSun"/>
              </a:rPr>
              <a:t>始</a:t>
            </a:r>
            <a:r>
              <a:rPr dirty="0" sz="1100" spc="-254">
                <a:latin typeface="SimSun"/>
                <a:cs typeface="SimSun"/>
              </a:rPr>
              <a:t> </a:t>
            </a:r>
            <a:r>
              <a:rPr dirty="0" sz="1450" spc="-140">
                <a:latin typeface="Trebuchet MS"/>
                <a:cs typeface="Trebuchet MS"/>
              </a:rPr>
              <a:t>a</a:t>
            </a:r>
            <a:r>
              <a:rPr dirty="0" sz="1450" spc="-114">
                <a:latin typeface="Trebuchet MS"/>
                <a:cs typeface="Trebuchet MS"/>
              </a:rPr>
              <a:t>p</a:t>
            </a:r>
            <a:r>
              <a:rPr dirty="0" sz="1450" spc="-114">
                <a:latin typeface="Trebuchet MS"/>
                <a:cs typeface="Trebuchet MS"/>
              </a:rPr>
              <a:t>i</a:t>
            </a:r>
            <a:r>
              <a:rPr dirty="0" sz="1450" spc="-185">
                <a:latin typeface="Trebuchet MS"/>
                <a:cs typeface="Trebuchet MS"/>
              </a:rPr>
              <a:t> </a:t>
            </a:r>
            <a:r>
              <a:rPr dirty="0" sz="1100" spc="145">
                <a:latin typeface="SimSun"/>
                <a:cs typeface="SimSun"/>
              </a:rPr>
              <a:t>實</a:t>
            </a:r>
            <a:r>
              <a:rPr dirty="0" sz="1100" spc="130">
                <a:latin typeface="SimSun"/>
                <a:cs typeface="SimSun"/>
              </a:rPr>
              <a:t>作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6099" y="6105524"/>
            <a:ext cx="6476999" cy="40481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1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121" y="165100"/>
            <a:ext cx="5175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project.md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0229" y="165100"/>
            <a:ext cx="4895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6/19/2022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399" y="531385"/>
            <a:ext cx="144716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85">
                <a:latin typeface="SimSun"/>
                <a:cs typeface="SimSun"/>
              </a:rPr>
              <a:t>我是</a:t>
            </a:r>
            <a:r>
              <a:rPr dirty="0" sz="750" spc="140">
                <a:latin typeface="Microsoft YaHei"/>
                <a:cs typeface="Microsoft YaHei"/>
              </a:rPr>
              <a:t>⽤</a:t>
            </a:r>
            <a:r>
              <a:rPr dirty="0" sz="1050" spc="-135">
                <a:latin typeface="Trebuchet MS"/>
                <a:cs typeface="Trebuchet MS"/>
              </a:rPr>
              <a:t>j</a:t>
            </a:r>
            <a:r>
              <a:rPr dirty="0" sz="1050" spc="65">
                <a:latin typeface="Trebuchet MS"/>
                <a:cs typeface="Trebuchet MS"/>
              </a:rPr>
              <a:t>s</a:t>
            </a:r>
            <a:r>
              <a:rPr dirty="0" sz="1050" spc="-25">
                <a:latin typeface="Trebuchet MS"/>
                <a:cs typeface="Trebuchet MS"/>
              </a:rPr>
              <a:t>o</a:t>
            </a:r>
            <a:r>
              <a:rPr dirty="0" sz="1050" spc="-30">
                <a:latin typeface="Trebuchet MS"/>
                <a:cs typeface="Trebuchet MS"/>
              </a:rPr>
              <a:t>n</a:t>
            </a:r>
            <a:r>
              <a:rPr dirty="0" sz="800" spc="85">
                <a:latin typeface="Microsoft YaHei"/>
                <a:cs typeface="Microsoft YaHei"/>
              </a:rPr>
              <a:t>的⽅</a:t>
            </a:r>
            <a:r>
              <a:rPr dirty="0" sz="800" spc="85">
                <a:latin typeface="SimSun"/>
                <a:cs typeface="SimSun"/>
              </a:rPr>
              <a:t>式來呈</a:t>
            </a:r>
            <a:r>
              <a:rPr dirty="0" sz="750" spc="140">
                <a:latin typeface="SimSun"/>
                <a:cs typeface="SimSun"/>
              </a:rPr>
              <a:t>現</a:t>
            </a:r>
            <a:r>
              <a:rPr dirty="0" sz="1050" spc="-40">
                <a:latin typeface="Trebuchet MS"/>
                <a:cs typeface="Trebuchet MS"/>
              </a:rPr>
              <a:t>a</a:t>
            </a:r>
            <a:r>
              <a:rPr dirty="0" sz="1050" spc="-25">
                <a:latin typeface="Trebuchet MS"/>
                <a:cs typeface="Trebuchet MS"/>
              </a:rPr>
              <a:t>p</a:t>
            </a:r>
            <a:r>
              <a:rPr dirty="0" sz="1050" spc="-50">
                <a:latin typeface="Trebuchet MS"/>
                <a:cs typeface="Trebuchet MS"/>
              </a:rPr>
              <a:t>i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1725" y="886924"/>
            <a:ext cx="925830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185">
                <a:latin typeface="Yu Gothic"/>
                <a:cs typeface="Yu Gothic"/>
              </a:rPr>
              <a:t>S</a:t>
            </a:r>
            <a:r>
              <a:rPr dirty="0" sz="1450" spc="5">
                <a:latin typeface="Trebuchet MS"/>
                <a:cs typeface="Trebuchet MS"/>
              </a:rPr>
              <a:t>3</a:t>
            </a:r>
            <a:r>
              <a:rPr dirty="0" sz="1450" spc="-2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45">
                <a:latin typeface="Trebuchet MS"/>
                <a:cs typeface="Trebuchet MS"/>
              </a:rPr>
              <a:t>-</a:t>
            </a:r>
            <a:r>
              <a:rPr dirty="0" sz="1450" spc="-185">
                <a:latin typeface="Trebuchet MS"/>
                <a:cs typeface="Trebuchet MS"/>
              </a:rPr>
              <a:t> </a:t>
            </a:r>
            <a:r>
              <a:rPr dirty="0" sz="1100" spc="145">
                <a:latin typeface="SimSun"/>
                <a:cs typeface="SimSun"/>
              </a:rPr>
              <a:t>實</a:t>
            </a:r>
            <a:r>
              <a:rPr dirty="0" sz="1100" spc="135">
                <a:latin typeface="SimSun"/>
                <a:cs typeface="SimSun"/>
              </a:rPr>
              <a:t>作</a:t>
            </a:r>
            <a:r>
              <a:rPr dirty="0" sz="1450" spc="-185">
                <a:latin typeface="Yu Gothic"/>
                <a:cs typeface="Yu Gothic"/>
              </a:rPr>
              <a:t>S</a:t>
            </a:r>
            <a:r>
              <a:rPr dirty="0" sz="1450" spc="5">
                <a:latin typeface="Trebuchet MS"/>
                <a:cs typeface="Trebuchet MS"/>
              </a:rPr>
              <a:t>3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099" y="1295400"/>
            <a:ext cx="6476999" cy="40481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3399" y="5579635"/>
            <a:ext cx="1999614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85">
                <a:latin typeface="SimSun"/>
                <a:cs typeface="SimSun"/>
              </a:rPr>
              <a:t>我</a:t>
            </a:r>
            <a:r>
              <a:rPr dirty="0" sz="800" spc="90">
                <a:latin typeface="SimSun"/>
                <a:cs typeface="SimSun"/>
              </a:rPr>
              <a:t>在</a:t>
            </a:r>
            <a:r>
              <a:rPr dirty="0" sz="1050" spc="-15">
                <a:latin typeface="Trebuchet MS"/>
                <a:cs typeface="Trebuchet MS"/>
              </a:rPr>
              <a:t>body</a:t>
            </a:r>
            <a:r>
              <a:rPr dirty="0" sz="800" spc="85">
                <a:latin typeface="SimSun"/>
                <a:cs typeface="SimSun"/>
              </a:rPr>
              <a:t>裏</a:t>
            </a:r>
            <a:r>
              <a:rPr dirty="0" sz="800" spc="85">
                <a:latin typeface="Microsoft YaHei"/>
                <a:cs typeface="Microsoft YaHei"/>
              </a:rPr>
              <a:t>⾯</a:t>
            </a:r>
            <a:r>
              <a:rPr dirty="0" sz="800" spc="85">
                <a:latin typeface="SimSun"/>
                <a:cs typeface="SimSun"/>
              </a:rPr>
              <a:t>做</a:t>
            </a:r>
            <a:r>
              <a:rPr dirty="0" sz="800" spc="85">
                <a:latin typeface="Microsoft YaHei"/>
                <a:cs typeface="Microsoft YaHei"/>
              </a:rPr>
              <a:t>了</a:t>
            </a:r>
            <a:r>
              <a:rPr dirty="0" sz="750" spc="135">
                <a:latin typeface="Microsoft YaHei"/>
                <a:cs typeface="Microsoft YaHei"/>
              </a:rPr>
              <a:t>⼀</a:t>
            </a:r>
            <a:r>
              <a:rPr dirty="0" sz="800" spc="85">
                <a:latin typeface="Microsoft YaHei"/>
                <a:cs typeface="Microsoft YaHei"/>
              </a:rPr>
              <a:t>顆</a:t>
            </a:r>
            <a:r>
              <a:rPr dirty="0" sz="800" spc="85">
                <a:latin typeface="SimSun"/>
                <a:cs typeface="SimSun"/>
              </a:rPr>
              <a:t>按鈕來呈</a:t>
            </a:r>
            <a:r>
              <a:rPr dirty="0" sz="750" spc="135">
                <a:latin typeface="SimSun"/>
                <a:cs typeface="SimSun"/>
              </a:rPr>
              <a:t>現</a:t>
            </a:r>
            <a:r>
              <a:rPr dirty="0" sz="800" spc="85">
                <a:latin typeface="SimSun"/>
                <a:cs typeface="SimSun"/>
              </a:rPr>
              <a:t>畫</a:t>
            </a:r>
            <a:r>
              <a:rPr dirty="0" sz="800" spc="75">
                <a:latin typeface="Microsoft YaHei"/>
                <a:cs typeface="Microsoft YaHei"/>
              </a:rPr>
              <a:t>⾯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1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1725" y="5944698"/>
            <a:ext cx="930910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185">
                <a:latin typeface="Yu Gothic"/>
                <a:cs typeface="Yu Gothic"/>
              </a:rPr>
              <a:t>S</a:t>
            </a:r>
            <a:r>
              <a:rPr dirty="0" sz="1450" spc="25">
                <a:latin typeface="Trebuchet MS"/>
                <a:cs typeface="Trebuchet MS"/>
              </a:rPr>
              <a:t>4</a:t>
            </a:r>
            <a:r>
              <a:rPr dirty="0" sz="1450" spc="-2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45">
                <a:latin typeface="Trebuchet MS"/>
                <a:cs typeface="Trebuchet MS"/>
              </a:rPr>
              <a:t>-</a:t>
            </a:r>
            <a:r>
              <a:rPr dirty="0" sz="1450" spc="-185">
                <a:latin typeface="Trebuchet MS"/>
                <a:cs typeface="Trebuchet MS"/>
              </a:rPr>
              <a:t> </a:t>
            </a:r>
            <a:r>
              <a:rPr dirty="0" sz="1100" spc="145">
                <a:latin typeface="SimSun"/>
                <a:cs typeface="SimSun"/>
              </a:rPr>
              <a:t>實</a:t>
            </a:r>
            <a:r>
              <a:rPr dirty="0" sz="1100" spc="135">
                <a:latin typeface="SimSun"/>
                <a:cs typeface="SimSun"/>
              </a:rPr>
              <a:t>作</a:t>
            </a:r>
            <a:r>
              <a:rPr dirty="0" sz="1450" spc="-185">
                <a:latin typeface="Yu Gothic"/>
                <a:cs typeface="Yu Gothic"/>
              </a:rPr>
              <a:t>S</a:t>
            </a:r>
            <a:r>
              <a:rPr dirty="0" sz="1450" spc="25">
                <a:latin typeface="Trebuchet MS"/>
                <a:cs typeface="Trebuchet MS"/>
              </a:rPr>
              <a:t>4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121" y="165100"/>
            <a:ext cx="5175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project.md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0229" y="165100"/>
            <a:ext cx="4895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6/19/2022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099" y="533400"/>
            <a:ext cx="6476999" cy="40481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3399" y="4817635"/>
            <a:ext cx="2022475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90">
                <a:latin typeface="SimSun"/>
                <a:cs typeface="SimSun"/>
              </a:rPr>
              <a:t>在</a:t>
            </a:r>
            <a:r>
              <a:rPr dirty="0" sz="1050" spc="40">
                <a:latin typeface="Trebuchet MS"/>
                <a:cs typeface="Trebuchet MS"/>
              </a:rPr>
              <a:t>css</a:t>
            </a:r>
            <a:r>
              <a:rPr dirty="0" sz="800" spc="85">
                <a:latin typeface="SimSun"/>
                <a:cs typeface="SimSun"/>
              </a:rPr>
              <a:t>只有很簡</a:t>
            </a:r>
            <a:r>
              <a:rPr dirty="0" sz="750" spc="135">
                <a:latin typeface="SimSun"/>
                <a:cs typeface="SimSun"/>
              </a:rPr>
              <a:t>單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750" spc="135">
                <a:latin typeface="SimSun"/>
                <a:cs typeface="SimSun"/>
              </a:rPr>
              <a:t>置</a:t>
            </a:r>
            <a:r>
              <a:rPr dirty="0" sz="800" spc="85">
                <a:latin typeface="Microsoft YaHei"/>
                <a:cs typeface="Microsoft YaHei"/>
              </a:rPr>
              <a:t>中</a:t>
            </a:r>
            <a:r>
              <a:rPr dirty="0" sz="800" spc="85">
                <a:latin typeface="SimSun"/>
                <a:cs typeface="SimSun"/>
              </a:rPr>
              <a:t>跟改變</a:t>
            </a:r>
            <a:r>
              <a:rPr dirty="0" sz="800" spc="85">
                <a:latin typeface="Microsoft YaHei"/>
                <a:cs typeface="Microsoft YaHei"/>
              </a:rPr>
              <a:t>字</a:t>
            </a:r>
            <a:r>
              <a:rPr dirty="0" sz="800" spc="85">
                <a:latin typeface="SimSun"/>
                <a:cs typeface="SimSun"/>
              </a:rPr>
              <a:t>體</a:t>
            </a:r>
            <a:r>
              <a:rPr dirty="0" sz="800" spc="85">
                <a:latin typeface="Microsoft YaHei"/>
                <a:cs typeface="Microsoft YaHei"/>
              </a:rPr>
              <a:t>⼤</a:t>
            </a:r>
            <a:r>
              <a:rPr dirty="0" sz="800" spc="75">
                <a:latin typeface="Microsoft YaHei"/>
                <a:cs typeface="Microsoft YaHei"/>
              </a:rPr>
              <a:t>⼩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1725" y="5182699"/>
            <a:ext cx="922655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185">
                <a:latin typeface="Yu Gothic"/>
                <a:cs typeface="Yu Gothic"/>
              </a:rPr>
              <a:t>S</a:t>
            </a:r>
            <a:r>
              <a:rPr dirty="0" sz="1450" spc="-5">
                <a:latin typeface="Trebuchet MS"/>
                <a:cs typeface="Trebuchet MS"/>
              </a:rPr>
              <a:t>5</a:t>
            </a:r>
            <a:r>
              <a:rPr dirty="0" sz="1450" spc="-2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45">
                <a:latin typeface="Trebuchet MS"/>
                <a:cs typeface="Trebuchet MS"/>
              </a:rPr>
              <a:t>-</a:t>
            </a:r>
            <a:r>
              <a:rPr dirty="0" sz="1450" spc="-185">
                <a:latin typeface="Trebuchet MS"/>
                <a:cs typeface="Trebuchet MS"/>
              </a:rPr>
              <a:t> </a:t>
            </a:r>
            <a:r>
              <a:rPr dirty="0" sz="1100" spc="145">
                <a:latin typeface="SimSun"/>
                <a:cs typeface="SimSun"/>
              </a:rPr>
              <a:t>實</a:t>
            </a:r>
            <a:r>
              <a:rPr dirty="0" sz="1100" spc="135">
                <a:latin typeface="SimSun"/>
                <a:cs typeface="SimSun"/>
              </a:rPr>
              <a:t>作</a:t>
            </a:r>
            <a:r>
              <a:rPr dirty="0" sz="1450" spc="-185">
                <a:latin typeface="Yu Gothic"/>
                <a:cs typeface="Yu Gothic"/>
              </a:rPr>
              <a:t>S</a:t>
            </a:r>
            <a:r>
              <a:rPr dirty="0" sz="1450" spc="-5">
                <a:latin typeface="Trebuchet MS"/>
                <a:cs typeface="Trebuchet MS"/>
              </a:rPr>
              <a:t>5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6099" y="5581649"/>
            <a:ext cx="6476999" cy="40481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3399" y="9875409"/>
            <a:ext cx="271907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85">
                <a:latin typeface="SimSun"/>
                <a:cs typeface="SimSun"/>
              </a:rPr>
              <a:t>我是</a:t>
            </a:r>
            <a:r>
              <a:rPr dirty="0" sz="750" spc="135">
                <a:latin typeface="Microsoft YaHei"/>
                <a:cs typeface="Microsoft YaHei"/>
              </a:rPr>
              <a:t>⽤</a:t>
            </a:r>
            <a:r>
              <a:rPr dirty="0" sz="800" spc="85">
                <a:latin typeface="SimSun"/>
                <a:cs typeface="SimSun"/>
              </a:rPr>
              <a:t>教</a:t>
            </a:r>
            <a:r>
              <a:rPr dirty="0" sz="800" spc="85">
                <a:latin typeface="Microsoft YaHei"/>
                <a:cs typeface="Microsoft YaHei"/>
              </a:rPr>
              <a:t>授</a:t>
            </a:r>
            <a:r>
              <a:rPr dirty="0" sz="800" spc="85">
                <a:latin typeface="SimSun"/>
                <a:cs typeface="SimSun"/>
              </a:rPr>
              <a:t>教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800" spc="85">
                <a:latin typeface="SimSun"/>
                <a:cs typeface="SimSun"/>
              </a:rPr>
              <a:t>按鈕來抓</a:t>
            </a:r>
            <a:r>
              <a:rPr dirty="0" sz="800" spc="90">
                <a:latin typeface="SimSun"/>
                <a:cs typeface="SimSun"/>
              </a:rPr>
              <a:t>取</a:t>
            </a:r>
            <a:r>
              <a:rPr dirty="0" sz="1050" spc="-135">
                <a:latin typeface="Trebuchet MS"/>
                <a:cs typeface="Trebuchet MS"/>
              </a:rPr>
              <a:t>j</a:t>
            </a:r>
            <a:r>
              <a:rPr dirty="0" sz="1050" spc="65">
                <a:latin typeface="Trebuchet MS"/>
                <a:cs typeface="Trebuchet MS"/>
              </a:rPr>
              <a:t>s</a:t>
            </a:r>
            <a:r>
              <a:rPr dirty="0" sz="1050" spc="-25">
                <a:latin typeface="Trebuchet MS"/>
                <a:cs typeface="Trebuchet MS"/>
              </a:rPr>
              <a:t>o</a:t>
            </a:r>
            <a:r>
              <a:rPr dirty="0" sz="1050" spc="-30">
                <a:latin typeface="Trebuchet MS"/>
                <a:cs typeface="Trebuchet MS"/>
              </a:rPr>
              <a:t>n</a:t>
            </a:r>
            <a:r>
              <a:rPr dirty="0" sz="800" spc="85">
                <a:latin typeface="SimSun"/>
                <a:cs typeface="SimSun"/>
              </a:rPr>
              <a:t>裡</a:t>
            </a:r>
            <a:r>
              <a:rPr dirty="0" sz="800" spc="85">
                <a:latin typeface="Microsoft YaHei"/>
                <a:cs typeface="Microsoft YaHei"/>
              </a:rPr>
              <a:t>⾯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800" spc="85">
                <a:latin typeface="SimSun"/>
                <a:cs typeface="SimSun"/>
              </a:rPr>
              <a:t>資</a:t>
            </a:r>
            <a:r>
              <a:rPr dirty="0" sz="800" spc="75">
                <a:latin typeface="SimSun"/>
                <a:cs typeface="SimSun"/>
              </a:rPr>
              <a:t>料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800" spc="85">
                <a:latin typeface="SimSun"/>
                <a:cs typeface="SimSun"/>
              </a:rPr>
              <a:t>來呈</a:t>
            </a:r>
            <a:r>
              <a:rPr dirty="0" sz="750" spc="140">
                <a:latin typeface="SimSun"/>
                <a:cs typeface="SimSun"/>
              </a:rPr>
              <a:t>現</a:t>
            </a:r>
            <a:r>
              <a:rPr dirty="0" sz="1050" spc="-40">
                <a:latin typeface="Trebuchet MS"/>
                <a:cs typeface="Trebuchet MS"/>
              </a:rPr>
              <a:t>a</a:t>
            </a:r>
            <a:r>
              <a:rPr dirty="0" sz="1050" spc="-25">
                <a:latin typeface="Trebuchet MS"/>
                <a:cs typeface="Trebuchet MS"/>
              </a:rPr>
              <a:t>p</a:t>
            </a:r>
            <a:r>
              <a:rPr dirty="0" sz="1050" spc="-50">
                <a:latin typeface="Trebuchet MS"/>
                <a:cs typeface="Trebuchet MS"/>
              </a:rPr>
              <a:t>i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1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121" y="165100"/>
            <a:ext cx="5175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project.md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0229" y="165100"/>
            <a:ext cx="4895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6/19/2022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399" y="538239"/>
            <a:ext cx="6419215" cy="31438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145">
                <a:latin typeface="Microsoft YaHei"/>
                <a:cs typeface="Microsoft YaHei"/>
              </a:rPr>
              <a:t>⾃</a:t>
            </a:r>
            <a:r>
              <a:rPr dirty="0" sz="1100" spc="145">
                <a:latin typeface="SimSun"/>
                <a:cs typeface="SimSun"/>
              </a:rPr>
              <a:t>主學</a:t>
            </a:r>
            <a:r>
              <a:rPr dirty="0" sz="1100" spc="130">
                <a:latin typeface="SimSun"/>
                <a:cs typeface="SimSun"/>
              </a:rPr>
              <a:t>習</a:t>
            </a:r>
            <a:endParaRPr sz="1100">
              <a:latin typeface="SimSun"/>
              <a:cs typeface="SimSun"/>
            </a:endParaRPr>
          </a:p>
          <a:p>
            <a:pPr marL="12700" marR="1042669">
              <a:lnSpc>
                <a:spcPts val="3150"/>
              </a:lnSpc>
              <a:spcBef>
                <a:spcPts val="185"/>
              </a:spcBef>
            </a:pPr>
            <a:r>
              <a:rPr dirty="0" sz="1050" spc="-25">
                <a:latin typeface="Trebuchet MS"/>
                <a:cs typeface="Trebuchet MS"/>
              </a:rPr>
              <a:t>h</a:t>
            </a:r>
            <a:r>
              <a:rPr dirty="0" sz="1050" spc="-55">
                <a:latin typeface="Trebuchet MS"/>
                <a:cs typeface="Trebuchet MS"/>
              </a:rPr>
              <a:t>t</a:t>
            </a:r>
            <a:r>
              <a:rPr dirty="0" sz="1050" spc="-60">
                <a:latin typeface="Trebuchet MS"/>
                <a:cs typeface="Trebuchet MS"/>
              </a:rPr>
              <a:t>t</a:t>
            </a:r>
            <a:r>
              <a:rPr dirty="0" sz="1050" spc="-25">
                <a:latin typeface="Trebuchet MS"/>
                <a:cs typeface="Trebuchet MS"/>
              </a:rPr>
              <a:t>p</a:t>
            </a:r>
            <a:r>
              <a:rPr dirty="0" sz="1050" spc="65">
                <a:latin typeface="Trebuchet MS"/>
                <a:cs typeface="Trebuchet MS"/>
              </a:rPr>
              <a:t>s</a:t>
            </a:r>
            <a:r>
              <a:rPr dirty="0" sz="1050" spc="-85">
                <a:latin typeface="Trebuchet MS"/>
                <a:cs typeface="Trebuchet MS"/>
              </a:rPr>
              <a:t>:</a:t>
            </a:r>
            <a:r>
              <a:rPr dirty="0" sz="1050" spc="-260">
                <a:latin typeface="Trebuchet MS"/>
                <a:cs typeface="Trebuchet MS"/>
              </a:rPr>
              <a:t>//</a:t>
            </a:r>
            <a:r>
              <a:rPr dirty="0" sz="1050" spc="-45">
                <a:latin typeface="Trebuchet MS"/>
                <a:cs typeface="Trebuchet MS"/>
                <a:hlinkClick r:id="rId2"/>
              </a:rPr>
              <a:t>ww</a:t>
            </a:r>
            <a:r>
              <a:rPr dirty="0" sz="1050" spc="-105">
                <a:latin typeface="Trebuchet MS"/>
                <a:cs typeface="Trebuchet MS"/>
                <a:hlinkClick r:id="rId2"/>
              </a:rPr>
              <a:t>w</a:t>
            </a:r>
            <a:r>
              <a:rPr dirty="0" sz="1050" spc="-145">
                <a:latin typeface="Trebuchet MS"/>
                <a:cs typeface="Trebuchet MS"/>
                <a:hlinkClick r:id="rId2"/>
              </a:rPr>
              <a:t>.</a:t>
            </a:r>
            <a:r>
              <a:rPr dirty="0" sz="1050" spc="-20">
                <a:latin typeface="Trebuchet MS"/>
                <a:cs typeface="Trebuchet MS"/>
                <a:hlinkClick r:id="rId2"/>
              </a:rPr>
              <a:t>y</a:t>
            </a:r>
            <a:r>
              <a:rPr dirty="0" sz="1050" spc="-25">
                <a:latin typeface="Trebuchet MS"/>
                <a:cs typeface="Trebuchet MS"/>
                <a:hlinkClick r:id="rId2"/>
              </a:rPr>
              <a:t>o</a:t>
            </a:r>
            <a:r>
              <a:rPr dirty="0" sz="1050" spc="-30">
                <a:latin typeface="Trebuchet MS"/>
                <a:cs typeface="Trebuchet MS"/>
                <a:hlinkClick r:id="rId2"/>
              </a:rPr>
              <a:t>u</a:t>
            </a:r>
            <a:r>
              <a:rPr dirty="0" sz="1050" spc="-60">
                <a:latin typeface="Trebuchet MS"/>
                <a:cs typeface="Trebuchet MS"/>
                <a:hlinkClick r:id="rId2"/>
              </a:rPr>
              <a:t>t</a:t>
            </a:r>
            <a:r>
              <a:rPr dirty="0" sz="1050" spc="-30">
                <a:latin typeface="Trebuchet MS"/>
                <a:cs typeface="Trebuchet MS"/>
                <a:hlinkClick r:id="rId2"/>
              </a:rPr>
              <a:t>u</a:t>
            </a:r>
            <a:r>
              <a:rPr dirty="0" sz="1050" spc="-20">
                <a:latin typeface="Trebuchet MS"/>
                <a:cs typeface="Trebuchet MS"/>
                <a:hlinkClick r:id="rId2"/>
              </a:rPr>
              <a:t>b</a:t>
            </a:r>
            <a:r>
              <a:rPr dirty="0" sz="1050" spc="-50">
                <a:latin typeface="Trebuchet MS"/>
                <a:cs typeface="Trebuchet MS"/>
                <a:hlinkClick r:id="rId2"/>
              </a:rPr>
              <a:t>e</a:t>
            </a:r>
            <a:r>
              <a:rPr dirty="0" sz="1050" spc="-100">
                <a:latin typeface="Trebuchet MS"/>
                <a:cs typeface="Trebuchet MS"/>
                <a:hlinkClick r:id="rId2"/>
              </a:rPr>
              <a:t>.</a:t>
            </a:r>
            <a:r>
              <a:rPr dirty="0" sz="1050" spc="-10">
                <a:latin typeface="Trebuchet MS"/>
                <a:cs typeface="Trebuchet MS"/>
                <a:hlinkClick r:id="rId2"/>
              </a:rPr>
              <a:t>c</a:t>
            </a:r>
            <a:r>
              <a:rPr dirty="0" sz="1050" spc="-25">
                <a:latin typeface="Trebuchet MS"/>
                <a:cs typeface="Trebuchet MS"/>
                <a:hlinkClick r:id="rId2"/>
              </a:rPr>
              <a:t>o</a:t>
            </a:r>
            <a:r>
              <a:rPr dirty="0" sz="1050" spc="-55">
                <a:latin typeface="Trebuchet MS"/>
                <a:cs typeface="Trebuchet MS"/>
                <a:hlinkClick r:id="rId2"/>
              </a:rPr>
              <a:t>m</a:t>
            </a:r>
            <a:r>
              <a:rPr dirty="0" sz="1050" spc="-260">
                <a:latin typeface="Trebuchet MS"/>
                <a:cs typeface="Trebuchet MS"/>
                <a:hlinkClick r:id="rId2"/>
              </a:rPr>
              <a:t>/</a:t>
            </a:r>
            <a:r>
              <a:rPr dirty="0" sz="1050" spc="-55">
                <a:latin typeface="Trebuchet MS"/>
                <a:cs typeface="Trebuchet MS"/>
                <a:hlinkClick r:id="rId2"/>
              </a:rPr>
              <a:t>w</a:t>
            </a:r>
            <a:r>
              <a:rPr dirty="0" sz="1050" spc="-40">
                <a:latin typeface="Trebuchet MS"/>
                <a:cs typeface="Trebuchet MS"/>
                <a:hlinkClick r:id="rId2"/>
              </a:rPr>
              <a:t>a</a:t>
            </a:r>
            <a:r>
              <a:rPr dirty="0" sz="1050" spc="-60">
                <a:latin typeface="Trebuchet MS"/>
                <a:cs typeface="Trebuchet MS"/>
                <a:hlinkClick r:id="rId2"/>
              </a:rPr>
              <a:t>t</a:t>
            </a:r>
            <a:r>
              <a:rPr dirty="0" sz="1050" spc="-10">
                <a:latin typeface="Trebuchet MS"/>
                <a:cs typeface="Trebuchet MS"/>
                <a:hlinkClick r:id="rId2"/>
              </a:rPr>
              <a:t>c</a:t>
            </a:r>
            <a:r>
              <a:rPr dirty="0" sz="1050" spc="-25">
                <a:latin typeface="Trebuchet MS"/>
                <a:cs typeface="Trebuchet MS"/>
                <a:hlinkClick r:id="rId2"/>
              </a:rPr>
              <a:t>h</a:t>
            </a:r>
            <a:r>
              <a:rPr dirty="0" sz="1050" spc="100">
                <a:latin typeface="Trebuchet MS"/>
                <a:cs typeface="Trebuchet MS"/>
                <a:hlinkClick r:id="rId2"/>
              </a:rPr>
              <a:t>?</a:t>
            </a:r>
            <a:r>
              <a:rPr dirty="0" sz="1050" spc="-35">
                <a:latin typeface="Trebuchet MS"/>
                <a:cs typeface="Trebuchet MS"/>
                <a:hlinkClick r:id="rId2"/>
              </a:rPr>
              <a:t>v</a:t>
            </a:r>
            <a:r>
              <a:rPr dirty="0" sz="1050" spc="5">
                <a:latin typeface="Trebuchet MS"/>
                <a:cs typeface="Trebuchet MS"/>
                <a:hlinkClick r:id="rId2"/>
              </a:rPr>
              <a:t>=</a:t>
            </a:r>
            <a:r>
              <a:rPr dirty="0" sz="1050" spc="-20">
                <a:latin typeface="Trebuchet MS"/>
                <a:cs typeface="Trebuchet MS"/>
                <a:hlinkClick r:id="rId2"/>
              </a:rPr>
              <a:t>y</a:t>
            </a:r>
            <a:r>
              <a:rPr dirty="0" sz="1050" spc="-114">
                <a:latin typeface="Palatino Linotype"/>
                <a:cs typeface="Palatino Linotype"/>
                <a:hlinkClick r:id="rId2"/>
              </a:rPr>
              <a:t>Z</a:t>
            </a:r>
            <a:r>
              <a:rPr dirty="0" sz="1050" spc="-45">
                <a:latin typeface="Trebuchet MS"/>
                <a:cs typeface="Trebuchet MS"/>
                <a:hlinkClick r:id="rId2"/>
              </a:rPr>
              <a:t>w</a:t>
            </a:r>
            <a:r>
              <a:rPr dirty="0" sz="1050" spc="-55">
                <a:latin typeface="Trebuchet MS"/>
                <a:cs typeface="Trebuchet MS"/>
                <a:hlinkClick r:id="rId2"/>
              </a:rPr>
              <a:t>l</a:t>
            </a:r>
            <a:r>
              <a:rPr dirty="0" sz="1050" spc="-185">
                <a:latin typeface="Palatino Linotype"/>
                <a:cs typeface="Palatino Linotype"/>
                <a:hlinkClick r:id="rId2"/>
              </a:rPr>
              <a:t>W</a:t>
            </a:r>
            <a:r>
              <a:rPr dirty="0" sz="1050" spc="25">
                <a:latin typeface="Trebuchet MS"/>
                <a:cs typeface="Trebuchet MS"/>
                <a:hlinkClick r:id="rId2"/>
              </a:rPr>
              <a:t>5</a:t>
            </a:r>
            <a:r>
              <a:rPr dirty="0" sz="1050" spc="-15">
                <a:latin typeface="Trebuchet MS"/>
                <a:cs typeface="Trebuchet MS"/>
                <a:hlinkClick r:id="rId2"/>
              </a:rPr>
              <a:t>I</a:t>
            </a:r>
            <a:r>
              <a:rPr dirty="0" sz="1050" spc="-5">
                <a:latin typeface="Trebuchet MS"/>
                <a:cs typeface="Trebuchet MS"/>
                <a:hlinkClick r:id="rId2"/>
              </a:rPr>
              <a:t>N</a:t>
            </a:r>
            <a:r>
              <a:rPr dirty="0" sz="1050" spc="-25">
                <a:latin typeface="Trebuchet MS"/>
                <a:cs typeface="Trebuchet MS"/>
                <a:hlinkClick r:id="rId2"/>
              </a:rPr>
              <a:t>h</a:t>
            </a:r>
            <a:r>
              <a:rPr dirty="0" sz="1050" spc="35">
                <a:latin typeface="Trebuchet MS"/>
                <a:cs typeface="Trebuchet MS"/>
                <a:hlinkClick r:id="rId2"/>
              </a:rPr>
              <a:t>g</a:t>
            </a:r>
            <a:r>
              <a:rPr dirty="0" sz="1050" spc="-25">
                <a:latin typeface="Trebuchet MS"/>
                <a:cs typeface="Trebuchet MS"/>
                <a:hlinkClick r:id="rId2"/>
              </a:rPr>
              <a:t>k</a:t>
            </a:r>
            <a:r>
              <a:rPr dirty="0" sz="1050" spc="-100">
                <a:latin typeface="Trebuchet MS"/>
                <a:cs typeface="Trebuchet MS"/>
                <a:hlinkClick r:id="rId2"/>
              </a:rPr>
              <a:t>&amp;</a:t>
            </a:r>
            <a:r>
              <a:rPr dirty="0" sz="1050" spc="-60">
                <a:latin typeface="Trebuchet MS"/>
                <a:cs typeface="Trebuchet MS"/>
                <a:hlinkClick r:id="rId2"/>
              </a:rPr>
              <a:t>t</a:t>
            </a:r>
            <a:r>
              <a:rPr dirty="0" sz="1050" spc="30">
                <a:latin typeface="Trebuchet MS"/>
                <a:cs typeface="Trebuchet MS"/>
                <a:hlinkClick r:id="rId2"/>
              </a:rPr>
              <a:t>=</a:t>
            </a:r>
            <a:r>
              <a:rPr dirty="0" sz="1050" spc="-30">
                <a:latin typeface="Trebuchet MS"/>
                <a:cs typeface="Trebuchet MS"/>
                <a:hlinkClick r:id="rId2"/>
              </a:rPr>
              <a:t>7</a:t>
            </a:r>
            <a:r>
              <a:rPr dirty="0" sz="1050" spc="25">
                <a:latin typeface="Trebuchet MS"/>
                <a:cs typeface="Trebuchet MS"/>
                <a:hlinkClick r:id="rId2"/>
              </a:rPr>
              <a:t>5</a:t>
            </a:r>
            <a:r>
              <a:rPr dirty="0" sz="1050" spc="45">
                <a:latin typeface="Trebuchet MS"/>
                <a:cs typeface="Trebuchet MS"/>
                <a:hlinkClick r:id="rId2"/>
              </a:rPr>
              <a:t>9</a:t>
            </a:r>
            <a:r>
              <a:rPr dirty="0" sz="1050" spc="65">
                <a:latin typeface="Trebuchet MS"/>
                <a:cs typeface="Trebuchet MS"/>
                <a:hlinkClick r:id="rId2"/>
              </a:rPr>
              <a:t>s</a:t>
            </a:r>
            <a:r>
              <a:rPr dirty="0" sz="1050" spc="-85">
                <a:latin typeface="Trebuchet MS"/>
                <a:cs typeface="Trebuchet MS"/>
                <a:hlinkClick r:id="rId2"/>
              </a:rPr>
              <a:t> </a:t>
            </a:r>
            <a:r>
              <a:rPr dirty="0" sz="800" spc="85">
                <a:latin typeface="Microsoft YaHei"/>
                <a:cs typeface="Microsoft YaHei"/>
              </a:rPr>
              <a:t>⽬</a:t>
            </a:r>
            <a:r>
              <a:rPr dirty="0" sz="800" spc="85">
                <a:latin typeface="SimSun"/>
                <a:cs typeface="SimSun"/>
              </a:rPr>
              <a:t>前是</a:t>
            </a:r>
            <a:r>
              <a:rPr dirty="0" sz="800" spc="90">
                <a:latin typeface="Microsoft YaHei"/>
                <a:cs typeface="Microsoft YaHei"/>
              </a:rPr>
              <a:t>看</a:t>
            </a:r>
            <a:r>
              <a:rPr dirty="0" sz="1050" spc="-20">
                <a:latin typeface="Trebuchet MS"/>
                <a:cs typeface="Trebuchet MS"/>
              </a:rPr>
              <a:t>y</a:t>
            </a:r>
            <a:r>
              <a:rPr dirty="0" sz="1050" spc="-25">
                <a:latin typeface="Trebuchet MS"/>
                <a:cs typeface="Trebuchet MS"/>
              </a:rPr>
              <a:t>o</a:t>
            </a:r>
            <a:r>
              <a:rPr dirty="0" sz="1050" spc="-30">
                <a:latin typeface="Trebuchet MS"/>
                <a:cs typeface="Trebuchet MS"/>
              </a:rPr>
              <a:t>u</a:t>
            </a:r>
            <a:r>
              <a:rPr dirty="0" sz="1050" spc="-60">
                <a:latin typeface="Trebuchet MS"/>
                <a:cs typeface="Trebuchet MS"/>
              </a:rPr>
              <a:t>t</a:t>
            </a:r>
            <a:r>
              <a:rPr dirty="0" sz="1050" spc="-30">
                <a:latin typeface="Trebuchet MS"/>
                <a:cs typeface="Trebuchet MS"/>
              </a:rPr>
              <a:t>u</a:t>
            </a:r>
            <a:r>
              <a:rPr dirty="0" sz="1050" spc="-20">
                <a:latin typeface="Trebuchet MS"/>
                <a:cs typeface="Trebuchet MS"/>
              </a:rPr>
              <a:t>b</a:t>
            </a:r>
            <a:r>
              <a:rPr dirty="0" sz="1050" spc="-50">
                <a:latin typeface="Trebuchet MS"/>
                <a:cs typeface="Trebuchet MS"/>
              </a:rPr>
              <a:t>e</a:t>
            </a:r>
            <a:r>
              <a:rPr dirty="0" sz="750" spc="135">
                <a:latin typeface="Microsoft YaHei"/>
                <a:cs typeface="Microsoft YaHei"/>
              </a:rPr>
              <a:t>上</a:t>
            </a:r>
            <a:r>
              <a:rPr dirty="0" sz="800" spc="85">
                <a:latin typeface="Microsoft YaHei"/>
                <a:cs typeface="Microsoft YaHei"/>
              </a:rPr>
              <a:t>⾯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800" spc="85">
                <a:latin typeface="SimSun"/>
                <a:cs typeface="SimSun"/>
              </a:rPr>
              <a:t>教學影片來學</a:t>
            </a:r>
            <a:r>
              <a:rPr dirty="0" sz="800" spc="55">
                <a:latin typeface="SimSun"/>
                <a:cs typeface="SimSun"/>
              </a:rPr>
              <a:t>習 </a:t>
            </a:r>
            <a:r>
              <a:rPr dirty="0" sz="800" spc="90">
                <a:latin typeface="SimSun"/>
                <a:cs typeface="SimSun"/>
              </a:rPr>
              <a:t>在</a:t>
            </a:r>
            <a:r>
              <a:rPr dirty="0" sz="1050" spc="-30">
                <a:latin typeface="Trebuchet MS"/>
                <a:cs typeface="Trebuchet MS"/>
              </a:rPr>
              <a:t>u</a:t>
            </a:r>
            <a:r>
              <a:rPr dirty="0" sz="1050" spc="-20">
                <a:latin typeface="Trebuchet MS"/>
                <a:cs typeface="Trebuchet MS"/>
              </a:rPr>
              <a:t>d</a:t>
            </a:r>
            <a:r>
              <a:rPr dirty="0" sz="1050" spc="-50">
                <a:latin typeface="Trebuchet MS"/>
                <a:cs typeface="Trebuchet MS"/>
              </a:rPr>
              <a:t>e</a:t>
            </a:r>
            <a:r>
              <a:rPr dirty="0" sz="1050" spc="-70">
                <a:latin typeface="Trebuchet MS"/>
                <a:cs typeface="Trebuchet MS"/>
              </a:rPr>
              <a:t>m</a:t>
            </a:r>
            <a:r>
              <a:rPr dirty="0" sz="1050">
                <a:latin typeface="Trebuchet MS"/>
                <a:cs typeface="Trebuchet MS"/>
              </a:rPr>
              <a:t>y</a:t>
            </a:r>
            <a:r>
              <a:rPr dirty="0" sz="800" spc="85">
                <a:latin typeface="SimSun"/>
                <a:cs typeface="SimSun"/>
              </a:rPr>
              <a:t>平台</a:t>
            </a:r>
            <a:r>
              <a:rPr dirty="0" sz="800" spc="90">
                <a:latin typeface="SimSun"/>
                <a:cs typeface="SimSun"/>
              </a:rPr>
              <a:t>買</a:t>
            </a:r>
            <a:r>
              <a:rPr dirty="0" sz="1050" spc="-135">
                <a:latin typeface="Trebuchet MS"/>
                <a:cs typeface="Trebuchet MS"/>
              </a:rPr>
              <a:t>j</a:t>
            </a:r>
            <a:r>
              <a:rPr dirty="0" sz="1050" spc="-50">
                <a:latin typeface="Trebuchet MS"/>
                <a:cs typeface="Trebuchet MS"/>
              </a:rPr>
              <a:t>a</a:t>
            </a:r>
            <a:r>
              <a:rPr dirty="0" sz="1050" spc="-25">
                <a:latin typeface="Trebuchet MS"/>
                <a:cs typeface="Trebuchet MS"/>
              </a:rPr>
              <a:t>v</a:t>
            </a:r>
            <a:r>
              <a:rPr dirty="0" sz="1050" spc="-40">
                <a:latin typeface="Trebuchet MS"/>
                <a:cs typeface="Trebuchet MS"/>
              </a:rPr>
              <a:t>a</a:t>
            </a:r>
            <a:r>
              <a:rPr dirty="0" sz="1050" spc="65">
                <a:latin typeface="Trebuchet MS"/>
                <a:cs typeface="Trebuchet MS"/>
              </a:rPr>
              <a:t>s</a:t>
            </a:r>
            <a:r>
              <a:rPr dirty="0" sz="1050" spc="-10">
                <a:latin typeface="Trebuchet MS"/>
                <a:cs typeface="Trebuchet MS"/>
              </a:rPr>
              <a:t>c</a:t>
            </a:r>
            <a:r>
              <a:rPr dirty="0" sz="1050" spc="-30">
                <a:latin typeface="Trebuchet MS"/>
                <a:cs typeface="Trebuchet MS"/>
              </a:rPr>
              <a:t>r</a:t>
            </a:r>
            <a:r>
              <a:rPr dirty="0" sz="1050" spc="-50">
                <a:latin typeface="Trebuchet MS"/>
                <a:cs typeface="Trebuchet MS"/>
              </a:rPr>
              <a:t>i</a:t>
            </a:r>
            <a:r>
              <a:rPr dirty="0" sz="1050" spc="-25">
                <a:latin typeface="Trebuchet MS"/>
                <a:cs typeface="Trebuchet MS"/>
              </a:rPr>
              <a:t>p</a:t>
            </a:r>
            <a:r>
              <a:rPr dirty="0" sz="1050" spc="-60">
                <a:latin typeface="Trebuchet MS"/>
                <a:cs typeface="Trebuchet MS"/>
              </a:rPr>
              <a:t>t</a:t>
            </a:r>
            <a:r>
              <a:rPr dirty="0" sz="800" spc="85">
                <a:latin typeface="SimSun"/>
                <a:cs typeface="SimSun"/>
              </a:rPr>
              <a:t>課</a:t>
            </a:r>
            <a:r>
              <a:rPr dirty="0" sz="800" spc="85">
                <a:latin typeface="Microsoft YaHei"/>
                <a:cs typeface="Microsoft YaHei"/>
              </a:rPr>
              <a:t>程</a:t>
            </a:r>
            <a:r>
              <a:rPr dirty="0" sz="800" spc="85">
                <a:latin typeface="SimSun"/>
                <a:cs typeface="SimSun"/>
              </a:rPr>
              <a:t>學習更深入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800" spc="85">
                <a:latin typeface="SimSun"/>
                <a:cs typeface="SimSun"/>
              </a:rPr>
              <a:t>技</a:t>
            </a:r>
            <a:r>
              <a:rPr dirty="0" sz="800" spc="75">
                <a:latin typeface="Microsoft YaHei"/>
                <a:cs typeface="Microsoft YaHei"/>
              </a:rPr>
              <a:t>巧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85">
                <a:latin typeface="Microsoft YaHei"/>
                <a:cs typeface="Microsoft YaHei"/>
              </a:rPr>
              <a:t>⽬</a:t>
            </a:r>
            <a:r>
              <a:rPr dirty="0" sz="800" spc="85">
                <a:latin typeface="SimSun"/>
                <a:cs typeface="SimSun"/>
              </a:rPr>
              <a:t>前觀</a:t>
            </a:r>
            <a:r>
              <a:rPr dirty="0" sz="800" spc="85">
                <a:latin typeface="Microsoft YaHei"/>
                <a:cs typeface="Microsoft YaHei"/>
              </a:rPr>
              <a:t>看</a:t>
            </a:r>
            <a:r>
              <a:rPr dirty="0" sz="800" spc="85">
                <a:latin typeface="SimSun"/>
                <a:cs typeface="SimSun"/>
              </a:rPr>
              <a:t>到第</a:t>
            </a:r>
            <a:r>
              <a:rPr dirty="0" sz="800" spc="85">
                <a:latin typeface="Microsoft YaHei"/>
                <a:cs typeface="Microsoft YaHei"/>
              </a:rPr>
              <a:t>⼆</a:t>
            </a:r>
            <a:r>
              <a:rPr dirty="0" sz="800" spc="85">
                <a:latin typeface="SimSun"/>
                <a:cs typeface="SimSun"/>
              </a:rPr>
              <a:t>章</a:t>
            </a:r>
            <a:r>
              <a:rPr dirty="0" sz="800" spc="75">
                <a:latin typeface="SimSun"/>
                <a:cs typeface="SimSun"/>
              </a:rPr>
              <a:t>節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800" spc="85">
                <a:latin typeface="SimSun"/>
                <a:cs typeface="SimSun"/>
              </a:rPr>
              <a:t>陣列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800" spc="85">
                <a:latin typeface="SimSun"/>
                <a:cs typeface="SimSun"/>
              </a:rPr>
              <a:t>部</a:t>
            </a:r>
            <a:r>
              <a:rPr dirty="0" sz="800" spc="75">
                <a:latin typeface="SimSun"/>
                <a:cs typeface="SimSun"/>
              </a:rPr>
              <a:t>分</a:t>
            </a:r>
            <a:endParaRPr sz="8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800" spc="85">
                <a:latin typeface="SimSun"/>
                <a:cs typeface="SimSun"/>
              </a:rPr>
              <a:t>有再</a:t>
            </a:r>
            <a:r>
              <a:rPr dirty="0" sz="800" spc="85">
                <a:latin typeface="Microsoft YaHei"/>
                <a:cs typeface="Microsoft YaHei"/>
              </a:rPr>
              <a:t>好</a:t>
            </a:r>
            <a:r>
              <a:rPr dirty="0" sz="800" spc="85">
                <a:latin typeface="SimSun"/>
                <a:cs typeface="SimSun"/>
              </a:rPr>
              <a:t>學校平台購買動態網</a:t>
            </a:r>
            <a:r>
              <a:rPr dirty="0" sz="800" spc="85">
                <a:latin typeface="Microsoft YaHei"/>
                <a:cs typeface="Microsoft YaHei"/>
              </a:rPr>
              <a:t>⾴</a:t>
            </a:r>
            <a:r>
              <a:rPr dirty="0" sz="800" spc="85">
                <a:latin typeface="SimSun"/>
                <a:cs typeface="SimSun"/>
              </a:rPr>
              <a:t>設</a:t>
            </a:r>
            <a:r>
              <a:rPr dirty="0" sz="800" spc="75">
                <a:latin typeface="SimSun"/>
                <a:cs typeface="SimSun"/>
              </a:rPr>
              <a:t>計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800" spc="85">
                <a:latin typeface="SimSun"/>
                <a:cs typeface="SimSun"/>
              </a:rPr>
              <a:t>來學習</a:t>
            </a:r>
            <a:r>
              <a:rPr dirty="0" sz="750" spc="135">
                <a:latin typeface="SimSun"/>
                <a:cs typeface="SimSun"/>
              </a:rPr>
              <a:t>不</a:t>
            </a:r>
            <a:r>
              <a:rPr dirty="0" sz="800" spc="85">
                <a:latin typeface="SimSun"/>
                <a:cs typeface="SimSun"/>
              </a:rPr>
              <a:t>同網路</a:t>
            </a:r>
            <a:r>
              <a:rPr dirty="0" sz="800" spc="85">
                <a:latin typeface="Microsoft YaHei"/>
                <a:cs typeface="Microsoft YaHei"/>
              </a:rPr>
              <a:t>⾴</a:t>
            </a:r>
            <a:r>
              <a:rPr dirty="0" sz="800" spc="85">
                <a:latin typeface="Microsoft YaHei"/>
                <a:cs typeface="Microsoft YaHei"/>
              </a:rPr>
              <a:t>⾯</a:t>
            </a:r>
            <a:r>
              <a:rPr dirty="0" sz="800" spc="85">
                <a:latin typeface="SimSun"/>
                <a:cs typeface="SimSun"/>
              </a:rPr>
              <a:t>呈</a:t>
            </a:r>
            <a:r>
              <a:rPr dirty="0" sz="750" spc="135">
                <a:latin typeface="SimSun"/>
                <a:cs typeface="SimSun"/>
              </a:rPr>
              <a:t>現</a:t>
            </a:r>
            <a:r>
              <a:rPr dirty="0" sz="800" spc="85">
                <a:latin typeface="Microsoft YaHei"/>
                <a:cs typeface="Microsoft YaHei"/>
              </a:rPr>
              <a:t>的⽅</a:t>
            </a:r>
            <a:r>
              <a:rPr dirty="0" sz="800" spc="75">
                <a:latin typeface="SimSun"/>
                <a:cs typeface="SimSun"/>
              </a:rPr>
              <a:t>式</a:t>
            </a:r>
            <a:endParaRPr sz="80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80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7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95">
                <a:latin typeface="SimSun"/>
                <a:cs typeface="SimSun"/>
              </a:rPr>
              <a:t>解</a:t>
            </a:r>
            <a:r>
              <a:rPr dirty="0" sz="1100" spc="145">
                <a:latin typeface="SimSun"/>
                <a:cs typeface="SimSun"/>
              </a:rPr>
              <a:t>決</a:t>
            </a:r>
            <a:r>
              <a:rPr dirty="0" sz="1050" spc="195">
                <a:latin typeface="SimSun"/>
                <a:cs typeface="SimSun"/>
              </a:rPr>
              <a:t>問</a:t>
            </a:r>
            <a:r>
              <a:rPr dirty="0" sz="1050" spc="180">
                <a:latin typeface="SimSun"/>
                <a:cs typeface="SimSun"/>
              </a:rPr>
              <a:t>題</a:t>
            </a:r>
            <a:endParaRPr sz="10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800" spc="85">
                <a:latin typeface="SimSun"/>
                <a:cs typeface="SimSun"/>
              </a:rPr>
              <a:t>遇到</a:t>
            </a:r>
            <a:r>
              <a:rPr dirty="0" sz="750" spc="135">
                <a:latin typeface="SimSun"/>
                <a:cs typeface="SimSun"/>
              </a:rPr>
              <a:t>問</a:t>
            </a:r>
            <a:r>
              <a:rPr dirty="0" sz="800" spc="75">
                <a:latin typeface="Microsoft YaHei"/>
                <a:cs typeface="Microsoft YaHei"/>
              </a:rPr>
              <a:t>題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85">
                <a:latin typeface="SimSun"/>
                <a:cs typeface="SimSun"/>
              </a:rPr>
              <a:t>先</a:t>
            </a:r>
            <a:r>
              <a:rPr dirty="0" sz="800" spc="85">
                <a:latin typeface="Microsoft YaHei"/>
                <a:cs typeface="Microsoft YaHei"/>
              </a:rPr>
              <a:t>看</a:t>
            </a:r>
            <a:r>
              <a:rPr dirty="0" sz="800" spc="85">
                <a:latin typeface="SimSun"/>
                <a:cs typeface="SimSun"/>
              </a:rPr>
              <a:t>教</a:t>
            </a:r>
            <a:r>
              <a:rPr dirty="0" sz="800" spc="85">
                <a:latin typeface="Microsoft YaHei"/>
                <a:cs typeface="Microsoft YaHei"/>
              </a:rPr>
              <a:t>授</a:t>
            </a:r>
            <a:r>
              <a:rPr dirty="0" sz="800" spc="85">
                <a:latin typeface="SimSun"/>
                <a:cs typeface="SimSun"/>
              </a:rPr>
              <a:t>是否有教</a:t>
            </a:r>
            <a:r>
              <a:rPr dirty="0" sz="800" spc="75">
                <a:latin typeface="SimSun"/>
                <a:cs typeface="SimSun"/>
              </a:rPr>
              <a:t>過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800" spc="85">
                <a:latin typeface="Microsoft YaHei"/>
                <a:cs typeface="Microsoft YaHei"/>
              </a:rPr>
              <a:t>如</a:t>
            </a:r>
            <a:r>
              <a:rPr dirty="0" sz="800" spc="85">
                <a:latin typeface="SimSun"/>
                <a:cs typeface="SimSun"/>
              </a:rPr>
              <a:t>果沒有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800" spc="75">
                <a:latin typeface="SimSun"/>
                <a:cs typeface="SimSun"/>
              </a:rPr>
              <a:t>話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750" spc="135">
                <a:latin typeface="Microsoft YaHei"/>
                <a:cs typeface="Microsoft YaHei"/>
              </a:rPr>
              <a:t>上</a:t>
            </a:r>
            <a:r>
              <a:rPr dirty="0" sz="800" spc="85">
                <a:latin typeface="SimSun"/>
                <a:cs typeface="SimSun"/>
              </a:rPr>
              <a:t>網查關鍵</a:t>
            </a:r>
            <a:r>
              <a:rPr dirty="0" sz="800" spc="75">
                <a:latin typeface="Microsoft YaHei"/>
                <a:cs typeface="Microsoft YaHei"/>
              </a:rPr>
              <a:t>字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85">
                <a:latin typeface="SimSun"/>
                <a:cs typeface="SimSun"/>
              </a:rPr>
              <a:t>找尋是否有</a:t>
            </a:r>
            <a:r>
              <a:rPr dirty="0" sz="800" spc="85">
                <a:latin typeface="Microsoft YaHei"/>
                <a:cs typeface="Microsoft YaHei"/>
              </a:rPr>
              <a:t>相</a:t>
            </a:r>
            <a:r>
              <a:rPr dirty="0" sz="800" spc="85">
                <a:latin typeface="SimSun"/>
                <a:cs typeface="SimSun"/>
              </a:rPr>
              <a:t>關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750" spc="135">
                <a:latin typeface="SimSun"/>
                <a:cs typeface="SimSun"/>
              </a:rPr>
              <a:t>問</a:t>
            </a:r>
            <a:r>
              <a:rPr dirty="0" sz="800" spc="85">
                <a:latin typeface="Microsoft YaHei"/>
                <a:cs typeface="Microsoft YaHei"/>
              </a:rPr>
              <a:t>題</a:t>
            </a:r>
            <a:r>
              <a:rPr dirty="0" sz="800" spc="85">
                <a:latin typeface="SimSun"/>
                <a:cs typeface="SimSun"/>
              </a:rPr>
              <a:t>解決</a:t>
            </a:r>
            <a:r>
              <a:rPr dirty="0" sz="800" spc="85">
                <a:latin typeface="Microsoft YaHei"/>
                <a:cs typeface="Microsoft YaHei"/>
              </a:rPr>
              <a:t>⽅</a:t>
            </a:r>
            <a:r>
              <a:rPr dirty="0" sz="800" spc="75">
                <a:latin typeface="SimSun"/>
                <a:cs typeface="SimSun"/>
              </a:rPr>
              <a:t>法</a:t>
            </a:r>
            <a:endParaRPr sz="8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SimSun"/>
              <a:cs typeface="SimSun"/>
            </a:endParaRPr>
          </a:p>
          <a:p>
            <a:pPr marL="12700" marR="5080">
              <a:lnSpc>
                <a:spcPct val="150800"/>
              </a:lnSpc>
              <a:spcBef>
                <a:spcPts val="5"/>
              </a:spcBef>
            </a:pPr>
            <a:r>
              <a:rPr dirty="0" sz="800" spc="85">
                <a:latin typeface="SimSun"/>
                <a:cs typeface="SimSun"/>
              </a:rPr>
              <a:t>還有遇到</a:t>
            </a:r>
            <a:r>
              <a:rPr dirty="0" sz="750" spc="135">
                <a:latin typeface="SimSun"/>
                <a:cs typeface="SimSun"/>
              </a:rPr>
              <a:t>問</a:t>
            </a:r>
            <a:r>
              <a:rPr dirty="0" sz="800" spc="75">
                <a:latin typeface="Microsoft YaHei"/>
                <a:cs typeface="Microsoft YaHei"/>
              </a:rPr>
              <a:t>題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85">
                <a:latin typeface="Microsoft YaHei"/>
                <a:cs typeface="Microsoft YaHei"/>
              </a:rPr>
              <a:t>看</a:t>
            </a:r>
            <a:r>
              <a:rPr dirty="0" sz="750" spc="135">
                <a:latin typeface="SimSun"/>
                <a:cs typeface="SimSun"/>
              </a:rPr>
              <a:t>不</a:t>
            </a:r>
            <a:r>
              <a:rPr dirty="0" sz="800" spc="85">
                <a:latin typeface="SimSun"/>
                <a:cs typeface="SimSun"/>
              </a:rPr>
              <a:t>懂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800" spc="85">
                <a:latin typeface="SimSun"/>
                <a:cs typeface="SimSun"/>
              </a:rPr>
              <a:t>地</a:t>
            </a:r>
            <a:r>
              <a:rPr dirty="0" sz="800" spc="75">
                <a:latin typeface="Microsoft YaHei"/>
                <a:cs typeface="Microsoft YaHei"/>
              </a:rPr>
              <a:t>⽅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90">
                <a:latin typeface="SimSun"/>
                <a:cs typeface="SimSun"/>
              </a:rPr>
              <a:t>先</a:t>
            </a:r>
            <a:r>
              <a:rPr dirty="0" sz="1050" spc="-55">
                <a:latin typeface="Trebuchet MS"/>
                <a:cs typeface="Trebuchet MS"/>
              </a:rPr>
              <a:t>l</a:t>
            </a:r>
            <a:r>
              <a:rPr dirty="0" sz="1050" spc="-25">
                <a:latin typeface="Trebuchet MS"/>
                <a:cs typeface="Trebuchet MS"/>
              </a:rPr>
              <a:t>o</a:t>
            </a:r>
            <a:r>
              <a:rPr dirty="0" sz="1050" spc="35">
                <a:latin typeface="Trebuchet MS"/>
                <a:cs typeface="Trebuchet MS"/>
              </a:rPr>
              <a:t>g</a:t>
            </a:r>
            <a:r>
              <a:rPr dirty="0" sz="800" spc="85">
                <a:latin typeface="Microsoft YaHei"/>
                <a:cs typeface="Microsoft YaHei"/>
              </a:rPr>
              <a:t>看</a:t>
            </a:r>
            <a:r>
              <a:rPr dirty="0" sz="800" spc="75">
                <a:latin typeface="Microsoft YaHei"/>
                <a:cs typeface="Microsoft YaHei"/>
              </a:rPr>
              <a:t>看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85">
                <a:latin typeface="Microsoft YaHei"/>
                <a:cs typeface="Microsoft YaHei"/>
              </a:rPr>
              <a:t>看看</a:t>
            </a:r>
            <a:r>
              <a:rPr dirty="0" sz="800" spc="85">
                <a:latin typeface="SimSun"/>
                <a:cs typeface="SimSun"/>
              </a:rPr>
              <a:t>資料是否有被抓</a:t>
            </a:r>
            <a:r>
              <a:rPr dirty="0" sz="800" spc="75">
                <a:latin typeface="SimSun"/>
                <a:cs typeface="SimSun"/>
              </a:rPr>
              <a:t>取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800" spc="85">
                <a:latin typeface="Microsoft YaHei"/>
                <a:cs typeface="Microsoft YaHei"/>
              </a:rPr>
              <a:t>如</a:t>
            </a:r>
            <a:r>
              <a:rPr dirty="0" sz="800" spc="85">
                <a:latin typeface="SimSun"/>
                <a:cs typeface="SimSun"/>
              </a:rPr>
              <a:t>果沒有可</a:t>
            </a:r>
            <a:r>
              <a:rPr dirty="0" sz="800" spc="75">
                <a:latin typeface="SimSun"/>
                <a:cs typeface="SimSun"/>
              </a:rPr>
              <a:t>能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750" spc="135">
                <a:latin typeface="Microsoft YaHei"/>
                <a:cs typeface="Microsoft YaHei"/>
              </a:rPr>
              <a:t>⼀</a:t>
            </a:r>
            <a:r>
              <a:rPr dirty="0" sz="800" spc="85">
                <a:latin typeface="SimSun"/>
                <a:cs typeface="SimSun"/>
              </a:rPr>
              <a:t>開</a:t>
            </a:r>
            <a:r>
              <a:rPr dirty="0" sz="800" spc="85">
                <a:latin typeface="Microsoft YaHei"/>
                <a:cs typeface="Microsoft YaHei"/>
              </a:rPr>
              <a:t>始</a:t>
            </a:r>
            <a:r>
              <a:rPr dirty="0" sz="800" spc="85">
                <a:latin typeface="SimSun"/>
                <a:cs typeface="SimSun"/>
              </a:rPr>
              <a:t>就寫錯</a:t>
            </a:r>
            <a:r>
              <a:rPr dirty="0" sz="800" spc="75">
                <a:latin typeface="Microsoft YaHei"/>
                <a:cs typeface="Microsoft YaHei"/>
              </a:rPr>
              <a:t>了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85">
                <a:latin typeface="Microsoft YaHei"/>
                <a:cs typeface="Microsoft YaHei"/>
              </a:rPr>
              <a:t>如</a:t>
            </a:r>
            <a:r>
              <a:rPr dirty="0" sz="800" spc="85">
                <a:latin typeface="SimSun"/>
                <a:cs typeface="SimSun"/>
              </a:rPr>
              <a:t>果有抓</a:t>
            </a:r>
            <a:r>
              <a:rPr dirty="0" sz="800" spc="75">
                <a:latin typeface="SimSun"/>
                <a:cs typeface="SimSun"/>
              </a:rPr>
              <a:t>取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800" spc="85">
                <a:latin typeface="SimSun"/>
                <a:cs typeface="SimSun"/>
              </a:rPr>
              <a:t>表</a:t>
            </a:r>
            <a:r>
              <a:rPr dirty="0" sz="800" spc="85">
                <a:latin typeface="Microsoft YaHei"/>
                <a:cs typeface="Microsoft YaHei"/>
              </a:rPr>
              <a:t>⽰</a:t>
            </a:r>
            <a:r>
              <a:rPr dirty="0" sz="800" spc="85">
                <a:latin typeface="SimSun"/>
                <a:cs typeface="SimSun"/>
              </a:rPr>
              <a:t>觀念</a:t>
            </a:r>
            <a:r>
              <a:rPr dirty="0" sz="700" spc="185">
                <a:latin typeface="SimSun"/>
                <a:cs typeface="SimSun"/>
              </a:rPr>
              <a:t>正</a:t>
            </a:r>
            <a:r>
              <a:rPr dirty="0" sz="800" spc="75">
                <a:latin typeface="SimSun"/>
                <a:cs typeface="SimSun"/>
              </a:rPr>
              <a:t>確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800" spc="85">
                <a:latin typeface="SimSun"/>
                <a:cs typeface="SimSun"/>
              </a:rPr>
              <a:t>在</a:t>
            </a:r>
            <a:r>
              <a:rPr dirty="0" sz="800" spc="85">
                <a:latin typeface="Microsoft YaHei"/>
                <a:cs typeface="Microsoft YaHei"/>
              </a:rPr>
              <a:t>看</a:t>
            </a:r>
            <a:r>
              <a:rPr dirty="0" sz="800" spc="85">
                <a:latin typeface="SimSun"/>
                <a:cs typeface="SimSun"/>
              </a:rPr>
              <a:t>錯</a:t>
            </a:r>
            <a:r>
              <a:rPr dirty="0" sz="800" spc="55">
                <a:latin typeface="SimSun"/>
                <a:cs typeface="SimSun"/>
              </a:rPr>
              <a:t>誤 </a:t>
            </a:r>
            <a:r>
              <a:rPr dirty="0" sz="800" spc="85">
                <a:latin typeface="SimSun"/>
                <a:cs typeface="SimSun"/>
              </a:rPr>
              <a:t>訊息</a:t>
            </a:r>
            <a:r>
              <a:rPr dirty="0" sz="800" spc="85">
                <a:latin typeface="Microsoft YaHei"/>
                <a:cs typeface="Microsoft YaHei"/>
              </a:rPr>
              <a:t>提⽰什</a:t>
            </a:r>
            <a:r>
              <a:rPr dirty="0" sz="800" spc="75">
                <a:latin typeface="SimSun"/>
                <a:cs typeface="SimSun"/>
              </a:rPr>
              <a:t>麼</a:t>
            </a:r>
            <a:r>
              <a:rPr dirty="0" sz="800" spc="-165">
                <a:latin typeface="SimSun"/>
                <a:cs typeface="SimSun"/>
              </a:rPr>
              <a:t> </a:t>
            </a:r>
            <a:r>
              <a:rPr dirty="0" sz="800" spc="85">
                <a:latin typeface="SimSun"/>
                <a:cs typeface="SimSun"/>
              </a:rPr>
              <a:t>再去網路找答案排</a:t>
            </a:r>
            <a:r>
              <a:rPr dirty="0" sz="800" spc="75">
                <a:latin typeface="Microsoft YaHei"/>
                <a:cs typeface="Microsoft YaHei"/>
              </a:rPr>
              <a:t>除</a:t>
            </a:r>
            <a:endParaRPr sz="8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5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85">
                <a:latin typeface="SimSun"/>
                <a:cs typeface="SimSun"/>
              </a:rPr>
              <a:t>通常還</a:t>
            </a:r>
            <a:r>
              <a:rPr dirty="0" sz="750" spc="135">
                <a:latin typeface="SimSun"/>
                <a:cs typeface="SimSun"/>
              </a:rPr>
              <a:t>不</a:t>
            </a:r>
            <a:r>
              <a:rPr dirty="0" sz="800" spc="85">
                <a:latin typeface="Microsoft YaHei"/>
                <a:cs typeface="Microsoft YaHei"/>
              </a:rPr>
              <a:t>了</a:t>
            </a:r>
            <a:r>
              <a:rPr dirty="0" sz="800" spc="85">
                <a:latin typeface="SimSun"/>
                <a:cs typeface="SimSun"/>
              </a:rPr>
              <a:t>解</a:t>
            </a:r>
            <a:r>
              <a:rPr dirty="0" sz="800" spc="85">
                <a:latin typeface="Microsoft YaHei"/>
                <a:cs typeface="Microsoft YaHei"/>
              </a:rPr>
              <a:t>的</a:t>
            </a:r>
            <a:r>
              <a:rPr dirty="0" sz="800" spc="85">
                <a:latin typeface="SimSun"/>
                <a:cs typeface="SimSun"/>
              </a:rPr>
              <a:t>情</a:t>
            </a:r>
            <a:r>
              <a:rPr dirty="0" sz="800" spc="75">
                <a:latin typeface="SimSun"/>
                <a:cs typeface="SimSun"/>
              </a:rPr>
              <a:t>況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800" spc="85">
                <a:latin typeface="SimSun"/>
                <a:cs typeface="SimSun"/>
              </a:rPr>
              <a:t>都是</a:t>
            </a:r>
            <a:r>
              <a:rPr dirty="0" sz="750" spc="135">
                <a:latin typeface="Microsoft YaHei"/>
                <a:cs typeface="Microsoft YaHei"/>
              </a:rPr>
              <a:t>⽤</a:t>
            </a:r>
            <a:r>
              <a:rPr dirty="0" sz="800" spc="85">
                <a:latin typeface="SimSun"/>
                <a:cs typeface="SimSun"/>
              </a:rPr>
              <a:t>教</a:t>
            </a:r>
            <a:r>
              <a:rPr dirty="0" sz="800" spc="85">
                <a:latin typeface="Microsoft YaHei"/>
                <a:cs typeface="Microsoft YaHei"/>
              </a:rPr>
              <a:t>授</a:t>
            </a:r>
            <a:r>
              <a:rPr dirty="0" sz="800" spc="85">
                <a:latin typeface="SimSun"/>
                <a:cs typeface="SimSun"/>
              </a:rPr>
              <a:t>所教</a:t>
            </a:r>
            <a:r>
              <a:rPr dirty="0" sz="800" spc="85">
                <a:latin typeface="Microsoft YaHei"/>
                <a:cs typeface="Microsoft YaHei"/>
              </a:rPr>
              <a:t>的⽅</a:t>
            </a:r>
            <a:r>
              <a:rPr dirty="0" sz="800" spc="85">
                <a:latin typeface="SimSun"/>
                <a:cs typeface="SimSun"/>
              </a:rPr>
              <a:t>式去呈</a:t>
            </a:r>
            <a:r>
              <a:rPr dirty="0" sz="750" spc="135">
                <a:latin typeface="SimSun"/>
                <a:cs typeface="SimSun"/>
              </a:rPr>
              <a:t>現</a:t>
            </a:r>
            <a:r>
              <a:rPr dirty="0" sz="800" spc="85">
                <a:latin typeface="SimSun"/>
                <a:cs typeface="SimSun"/>
              </a:rPr>
              <a:t>網</a:t>
            </a:r>
            <a:r>
              <a:rPr dirty="0" sz="800" spc="75">
                <a:latin typeface="Microsoft YaHei"/>
                <a:cs typeface="Microsoft YaHei"/>
              </a:rPr>
              <a:t>⾴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85">
                <a:latin typeface="Microsoft YaHei"/>
                <a:cs typeface="Microsoft YaHei"/>
              </a:rPr>
              <a:t>⼤</a:t>
            </a:r>
            <a:r>
              <a:rPr dirty="0" sz="800" spc="85">
                <a:latin typeface="SimSun"/>
                <a:cs typeface="SimSun"/>
              </a:rPr>
              <a:t>部分</a:t>
            </a:r>
            <a:r>
              <a:rPr dirty="0" sz="750" spc="135">
                <a:latin typeface="SimSun"/>
                <a:cs typeface="SimSun"/>
              </a:rPr>
              <a:t>問</a:t>
            </a:r>
            <a:r>
              <a:rPr dirty="0" sz="800" spc="85">
                <a:latin typeface="Microsoft YaHei"/>
                <a:cs typeface="Microsoft YaHei"/>
              </a:rPr>
              <a:t>題</a:t>
            </a:r>
            <a:r>
              <a:rPr dirty="0" sz="800" spc="85">
                <a:latin typeface="SimSun"/>
                <a:cs typeface="SimSun"/>
              </a:rPr>
              <a:t>都</a:t>
            </a:r>
            <a:r>
              <a:rPr dirty="0" sz="750" spc="135">
                <a:latin typeface="SimSun"/>
                <a:cs typeface="SimSun"/>
              </a:rPr>
              <a:t>不</a:t>
            </a:r>
            <a:r>
              <a:rPr dirty="0" sz="800" spc="75">
                <a:latin typeface="Microsoft YaHei"/>
                <a:cs typeface="Microsoft YaHei"/>
              </a:rPr>
              <a:t>⼤</a:t>
            </a:r>
            <a:r>
              <a:rPr dirty="0" sz="800" spc="5">
                <a:latin typeface="Microsoft YaHei"/>
                <a:cs typeface="Microsoft YaHei"/>
              </a:rPr>
              <a:t> </a:t>
            </a:r>
            <a:r>
              <a:rPr dirty="0" sz="800" spc="85">
                <a:latin typeface="SimSun"/>
                <a:cs typeface="SimSun"/>
              </a:rPr>
              <a:t>只是要去</a:t>
            </a:r>
            <a:r>
              <a:rPr dirty="0" sz="800" spc="85">
                <a:latin typeface="Microsoft YaHei"/>
                <a:cs typeface="Microsoft YaHei"/>
              </a:rPr>
              <a:t>了</a:t>
            </a:r>
            <a:r>
              <a:rPr dirty="0" sz="800" spc="85">
                <a:latin typeface="SimSun"/>
                <a:cs typeface="SimSun"/>
              </a:rPr>
              <a:t>解內</a:t>
            </a:r>
            <a:r>
              <a:rPr dirty="0" sz="800" spc="85">
                <a:latin typeface="Microsoft YaHei"/>
                <a:cs typeface="Microsoft YaHei"/>
              </a:rPr>
              <a:t>容</a:t>
            </a:r>
            <a:r>
              <a:rPr dirty="0" sz="800" spc="85">
                <a:latin typeface="SimSun"/>
                <a:cs typeface="SimSun"/>
              </a:rPr>
              <a:t>在寫</a:t>
            </a:r>
            <a:r>
              <a:rPr dirty="0" sz="800" spc="85">
                <a:latin typeface="Microsoft YaHei"/>
                <a:cs typeface="Microsoft YaHei"/>
              </a:rPr>
              <a:t>什</a:t>
            </a:r>
            <a:r>
              <a:rPr dirty="0" sz="800" spc="75">
                <a:latin typeface="SimSun"/>
                <a:cs typeface="SimSun"/>
              </a:rPr>
              <a:t>麼</a:t>
            </a:r>
            <a:r>
              <a:rPr dirty="0" sz="800" spc="-160">
                <a:latin typeface="SimSun"/>
                <a:cs typeface="SimSun"/>
              </a:rPr>
              <a:t> </a:t>
            </a:r>
            <a:r>
              <a:rPr dirty="0" sz="800" spc="85">
                <a:latin typeface="SimSun"/>
                <a:cs typeface="SimSun"/>
              </a:rPr>
              <a:t>才能慢慢去解決</a:t>
            </a:r>
            <a:r>
              <a:rPr dirty="0" sz="750" spc="135">
                <a:latin typeface="SimSun"/>
                <a:cs typeface="SimSun"/>
              </a:rPr>
              <a:t>問</a:t>
            </a:r>
            <a:r>
              <a:rPr dirty="0" sz="800" spc="75">
                <a:latin typeface="Microsoft YaHei"/>
                <a:cs typeface="Microsoft YaHei"/>
              </a:rPr>
              <a:t>題</a:t>
            </a:r>
            <a:endParaRPr sz="80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1725" y="3858724"/>
            <a:ext cx="1073150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120">
                <a:latin typeface="Trebuchet MS"/>
                <a:cs typeface="Trebuchet MS"/>
              </a:rPr>
              <a:t>project-last-log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6099" y="4267200"/>
            <a:ext cx="6476999" cy="10477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/>
              <a:t>1</a:t>
            </a:fld>
            <a:r>
              <a:rPr dirty="0" spc="-30"/>
              <a:t> </a:t>
            </a:r>
            <a:r>
              <a:rPr dirty="0"/>
              <a:t>/</a:t>
            </a:r>
            <a:r>
              <a:rPr dirty="0" spc="-30"/>
              <a:t> </a:t>
            </a:r>
            <a:r>
              <a:rPr dirty="0"/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2022-06-19T01:51:37Z</dcterms:created>
  <dcterms:modified xsi:type="dcterms:W3CDTF">2022-06-19T01:51:37Z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2022-06-19T00:00:00Z</vt:filetime>
  </property>
  <property fmtid="{D5CDD505-2E9C-101B-9397-08002B2CF9AE}" pid="3" name="Creator">
    <vt:lpwstr>Chromium</vt:lpwstr>
  </property>
  <property fmtid="{D5CDD505-2E9C-101B-9397-08002B2CF9AE}" pid="4" name="LastSaved">
    <vt:filetime>2022-06-19T00:00:00Z</vt:filetime>
  </property>
</Properties>
</file>